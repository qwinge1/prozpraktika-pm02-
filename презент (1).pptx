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74" r:id="rId5"/>
    <p:sldId id="273" r:id="rId6"/>
    <p:sldId id="275" r:id="rId7"/>
    <p:sldId id="272" r:id="rId8"/>
    <p:sldId id="265" r:id="rId9"/>
    <p:sldId id="270" r:id="rId10"/>
  </p:sldIdLst>
  <p:sldSz cx="14630400" cy="8229600"/>
  <p:notesSz cx="8229600" cy="146304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5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EF50-43DE-8383-543C-4342B1CF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1F518-2C5B-603F-0BAC-E019A745D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1B774-AE18-0D72-8279-65C4EA021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E8C1-16D4-36FC-D654-73DDC0567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258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9951-25A5-46FB-00FB-09C4091E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C1D8D-3746-7D82-3FA9-B8BC7F8B7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8B0CD-937B-A1C9-BD28-B76FA363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EC56-5E95-95EB-64F8-522EFFE1E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57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8319-5CDC-502D-351F-BC5181A0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62E40-5E00-ECC7-B868-8DBC675C5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44E99-E4E4-A43F-FF46-CC91AEEA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8CE6-2D10-C2C0-5AA9-217309F77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60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8B44-CDBF-614A-8F6D-392DDC73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D557-A30F-5B6D-4E5E-6FA19C55E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D8530-9887-13CD-FC90-54FB14F04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AAAA-6002-898E-5792-DA5C16EAF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09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2D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4226" y="22558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ПМ.02. Осуществление интеграции </a:t>
            </a:r>
          </a:p>
          <a:p>
            <a:pPr algn="ctr">
              <a:lnSpc>
                <a:spcPts val="5550"/>
              </a:lnSpc>
            </a:pPr>
            <a:r>
              <a:rPr lang="ru-RU" sz="445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программных модулей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216" y="99715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5142341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Исупов Дмитрий Андреевич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Группа 23П-2, специальность 09.02.07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Седов Алексей Сергеевич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solidFill>
                  <a:srgbClr val="161613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BD34E-4694-B02D-EB9A-913F924A5D9B}"/>
              </a:ext>
            </a:extLst>
          </p:cNvPr>
          <p:cNvSpPr txBox="1"/>
          <p:nvPr/>
        </p:nvSpPr>
        <p:spPr>
          <a:xfrm>
            <a:off x="793789" y="4114800"/>
            <a:ext cx="130428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«Информационная система учёта успеваемости и посещаемости учащихся»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674966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практики</a:t>
            </a: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318FCBB-D1C7-C729-7E32-DAB7FBF6C21D}"/>
              </a:ext>
            </a:extLst>
          </p:cNvPr>
          <p:cNvSpPr/>
          <p:nvPr/>
        </p:nvSpPr>
        <p:spPr>
          <a:xfrm>
            <a:off x="803612" y="1915072"/>
            <a:ext cx="13141881" cy="99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учета успеваемости и посещаемости.</a:t>
            </a:r>
          </a:p>
          <a:p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endParaRPr lang="ru-RU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области.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архитектуры и БД.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WPF-приложения.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внешним API.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Отладка и тестирование (модульные и интеграционные тесты).</a:t>
            </a:r>
          </a:p>
          <a:p>
            <a:pPr lvl="1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Документирование и рефакторинг.</a:t>
            </a: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4641532" y="354890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4641532" y="1035170"/>
            <a:ext cx="5518785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10AF-8172-9FB9-90E1-2C6412855CD3}"/>
              </a:ext>
            </a:extLst>
          </p:cNvPr>
          <p:cNvSpPr txBox="1"/>
          <p:nvPr/>
        </p:nvSpPr>
        <p:spPr>
          <a:xfrm>
            <a:off x="4795929" y="1185863"/>
            <a:ext cx="5347334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Построена клиент-серверная архитектура.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 паттерн MVVM (Model-View-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что разделяет логику и интерфейс.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Слои: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(окна),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ViewModels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(логика), Services (работа с БД и API),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Helpers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(валидация).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реляционная база данных из 7 таблиц (Ученики, Учителя, Классы, Предметы, Уроки, Оценки, Посещаемость).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732E698-427A-856C-0A86-29D1A8FDD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49" y="144464"/>
            <a:ext cx="4038600" cy="74808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A4D6EA-6095-99D4-8298-52397401D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7" y="1143812"/>
            <a:ext cx="4572866" cy="67654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DD88-20D1-46CB-94AD-E1DD8C45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EA5761F7-E652-9FAA-2BC2-F04A85B5C2E2}"/>
              </a:ext>
            </a:extLst>
          </p:cNvPr>
          <p:cNvSpPr/>
          <p:nvPr/>
        </p:nvSpPr>
        <p:spPr>
          <a:xfrm>
            <a:off x="867115" y="117113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Приложение (</a:t>
            </a:r>
            <a:r>
              <a:rPr lang="en-US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WPF)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2D5258A-E460-1C2A-A446-FC0CD594E89F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4A72BA8-8F2A-8C69-FDD8-7ACE6CCA693F}"/>
              </a:ext>
            </a:extLst>
          </p:cNvPr>
          <p:cNvSpPr/>
          <p:nvPr/>
        </p:nvSpPr>
        <p:spPr>
          <a:xfrm flipV="1">
            <a:off x="451479" y="758223"/>
            <a:ext cx="5024611" cy="64193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E76E-7189-0234-525F-B4CB3F73601C}"/>
              </a:ext>
            </a:extLst>
          </p:cNvPr>
          <p:cNvSpPr txBox="1"/>
          <p:nvPr/>
        </p:nvSpPr>
        <p:spPr>
          <a:xfrm>
            <a:off x="202097" y="758223"/>
            <a:ext cx="97399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Реализовано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окно администратора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CRUD-операции (добавление, просмотр, редактирование, удаление)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Подключение к БД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(.NET 8.0)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088C6F2-D444-8D22-A1E0-6EB38F3C4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023" y="360715"/>
            <a:ext cx="4515168" cy="28861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FE6A6E-6ED7-B9D8-071C-03ABAB305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7256" y="4630275"/>
            <a:ext cx="3509456" cy="24249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C7AC19-7BEC-4380-530E-DA4C0A3EC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3784" y="3836972"/>
            <a:ext cx="7778407" cy="4392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150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E7FF-E660-D824-4354-D6D5EED1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69B112D7-5721-D876-A7A6-D4824F86DAC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Интеграция с </a:t>
            </a:r>
            <a:r>
              <a:rPr lang="en-US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API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382012-A527-0E85-ACDB-50A2AC58C9B7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BF95B8A-CFD2-E4DB-A514-FE65A9FDE365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47456-013C-A388-C472-A7F329B05D25}"/>
              </a:ext>
            </a:extLst>
          </p:cNvPr>
          <p:cNvSpPr txBox="1"/>
          <p:nvPr/>
        </p:nvSpPr>
        <p:spPr>
          <a:xfrm>
            <a:off x="383635" y="1602023"/>
            <a:ext cx="1228461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 сервис получения погоды через HTTP-запросы.</a:t>
            </a:r>
          </a:p>
          <a:p>
            <a:pPr lvl="1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Использована библиотека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парсинга ответов.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логика: при температуре ниже -25°C система предлагает отменить уроки (эмуляция).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B93F27B-7435-CA46-D576-9470CFFFA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71" y="4398135"/>
            <a:ext cx="1141254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70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F81A-3583-76A1-8DF5-081F4264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79F2482A-C811-AECE-C0C3-7D87375E1B1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Тестирование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95EAC4-665B-99D6-9AEB-DCDB841FFA4B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215ADFBF-A7AC-B59F-A8B0-0BA8104B7BC8}"/>
              </a:ext>
            </a:extLst>
          </p:cNvPr>
          <p:cNvSpPr/>
          <p:nvPr/>
        </p:nvSpPr>
        <p:spPr>
          <a:xfrm>
            <a:off x="145906" y="1156474"/>
            <a:ext cx="4392844" cy="45719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3E4A-C12E-AB76-7DD6-0AC606B905B9}"/>
              </a:ext>
            </a:extLst>
          </p:cNvPr>
          <p:cNvSpPr txBox="1"/>
          <p:nvPr/>
        </p:nvSpPr>
        <p:spPr>
          <a:xfrm>
            <a:off x="295534" y="1423337"/>
            <a:ext cx="42432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MSTest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7 тестов для валидации ФИО, телефона и оценки. Все пройдены.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4 теста для проверки корректности обработки ответов от API.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B8AE6B-96A3-8970-793D-8BF86073C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748" y="1340029"/>
            <a:ext cx="9865701" cy="632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2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BADD-5A41-E6EF-A0C4-C66C52AC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9893F919-E50B-2194-9965-AB5BF1AB1A29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Инструменты и технологии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E39D05-8735-05D3-A430-49B0EDA90EE1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69C8D1A-CF89-B3AF-210D-715AEB6E2FB1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0CA8D-896C-7180-318D-B988847F5B33}"/>
              </a:ext>
            </a:extLst>
          </p:cNvPr>
          <p:cNvSpPr txBox="1"/>
          <p:nvPr/>
        </p:nvSpPr>
        <p:spPr>
          <a:xfrm>
            <a:off x="628044" y="1334581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Были использованы следующие технологии: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25FD176-1B33-063D-B573-26CBB24E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357418"/>
              </p:ext>
            </p:extLst>
          </p:nvPr>
        </p:nvGraphicFramePr>
        <p:xfrm>
          <a:off x="1355840" y="2141258"/>
          <a:ext cx="11079999" cy="518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614">
                  <a:extLst>
                    <a:ext uri="{9D8B030D-6E8A-4147-A177-3AD203B41FA5}">
                      <a16:colId xmlns:a16="http://schemas.microsoft.com/office/drawing/2014/main" val="389729105"/>
                    </a:ext>
                  </a:extLst>
                </a:gridCol>
                <a:gridCol w="5974385">
                  <a:extLst>
                    <a:ext uri="{9D8B030D-6E8A-4147-A177-3AD203B41FA5}">
                      <a16:colId xmlns:a16="http://schemas.microsoft.com/office/drawing/2014/main" val="1177294632"/>
                    </a:ext>
                  </a:extLst>
                </a:gridCol>
              </a:tblGrid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Компонент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Технология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52966511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Язык программирования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C# (.NET 8.0)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2706820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Фреймворк UI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7731282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База данных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 SQL Server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4003709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Среда разработки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Studio 2022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2653917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СУБД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SQL Server Management Studio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192623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Контроль версий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Git / GitHub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3112434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REST API МКБ-10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352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90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694611" y="628949"/>
            <a:ext cx="1304282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ru-RU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694610" y="132278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A8B48-DBC6-B1E4-57BD-DC944B16AFC9}"/>
              </a:ext>
            </a:extLst>
          </p:cNvPr>
          <p:cNvSpPr txBox="1"/>
          <p:nvPr/>
        </p:nvSpPr>
        <p:spPr>
          <a:xfrm>
            <a:off x="694610" y="1875690"/>
            <a:ext cx="126022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полнофункциональная система учета успеваемости.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Выполнены все этапы: от анализа до документирования.</a:t>
            </a:r>
          </a:p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внедрению в учебный процесс.</a:t>
            </a:r>
          </a:p>
          <a:p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Исходный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код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проекта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загружен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на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GitHub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и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доступен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для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Inter" pitchFamily="34" charset="-122"/>
                <a:cs typeface="Times New Roman" panose="02020603050405020304" pitchFamily="18" charset="0"/>
              </a:rPr>
              <a:t>проверки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Прямоугольник 2">
            <a:extLst>
              <a:ext uri="{FF2B5EF4-FFF2-40B4-BE49-F238E27FC236}">
                <a16:creationId xmlns:a16="http://schemas.microsoft.com/office/drawing/2014/main" id="{39E2F41E-0D3C-3B90-65B8-E164A5CDC9F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AF70F-1469-B04F-3F73-04E088765A9E}"/>
              </a:ext>
            </a:extLst>
          </p:cNvPr>
          <p:cNvSpPr txBox="1"/>
          <p:nvPr/>
        </p:nvSpPr>
        <p:spPr>
          <a:xfrm>
            <a:off x="-1469174" y="3262218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QR-код на репозиторий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B8B936-37CB-2692-A11E-2AD43D75D6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439" y="304800"/>
            <a:ext cx="7712927" cy="77129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71130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367</Words>
  <Application>Microsoft Office PowerPoint</Application>
  <PresentationFormat>Произвольный</PresentationFormat>
  <Paragraphs>75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DM Sans Medium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Дима Исупов</cp:lastModifiedBy>
  <cp:revision>63</cp:revision>
  <dcterms:created xsi:type="dcterms:W3CDTF">2026-04-20T09:20:00Z</dcterms:created>
  <dcterms:modified xsi:type="dcterms:W3CDTF">2026-09-01T19:10:32Z</dcterms:modified>
</cp:coreProperties>
</file>